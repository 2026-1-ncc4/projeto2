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8800425" cy="43200638"/>
  <p:notesSz cx="6858000" cy="9144000"/>
  <p:embeddedFontLst>
    <p:embeddedFont>
      <p:font typeface="Inter" panose="020B0604020202020204" charset="0"/>
      <p:regular r:id="rId3"/>
    </p:embeddedFont>
    <p:embeddedFont>
      <p:font typeface="Open Sans 1" panose="020B0604020202020204" charset="0"/>
      <p:regular r:id="rId4"/>
    </p:embeddedFont>
    <p:embeddedFont>
      <p:font typeface="Open Sans 1 Bold" panose="020B0604020202020204" charset="0"/>
      <p:regular r:id="rId5"/>
    </p:embeddedFont>
    <p:embeddedFont>
      <p:font typeface="Open Sans 2" panose="020B0604020202020204" charset="0"/>
      <p:regular r:id="rId6"/>
    </p:embeddedFont>
    <p:embeddedFont>
      <p:font typeface="Open Sans 2 Bold" panose="020B0604020202020204" charset="0"/>
      <p:regular r:id="rId7"/>
    </p:embeddedFont>
  </p:embeddedFontLst>
  <p:defaultTextStyle>
    <a:defPPr>
      <a:defRPr lang="en-US"/>
    </a:defPPr>
    <a:lvl1pPr marL="0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1pPr>
    <a:lvl2pPr marL="902193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2pPr>
    <a:lvl3pPr marL="1804386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3pPr>
    <a:lvl4pPr marL="2706578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4pPr>
    <a:lvl5pPr marL="3608771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5pPr>
    <a:lvl6pPr marL="4510964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6pPr>
    <a:lvl7pPr marL="5413157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7pPr>
    <a:lvl8pPr marL="6315349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8pPr>
    <a:lvl9pPr marL="7217542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66" userDrawn="1">
          <p15:clr>
            <a:srgbClr val="A4A3A4"/>
          </p15:clr>
        </p15:guide>
        <p15:guide id="2" pos="54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7" d="100"/>
          <a:sy n="17" d="100"/>
        </p:scale>
        <p:origin x="2562" y="78"/>
      </p:cViewPr>
      <p:guideLst>
        <p:guide orient="horz" pos="4366"/>
        <p:guide pos="54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ableStyles" Target="tableStyles.xml"/><Relationship Id="rId5" Type="http://schemas.openxmlformats.org/officeDocument/2006/relationships/font" Target="fonts/font3.fntdata"/><Relationship Id="rId10" Type="http://schemas.openxmlformats.org/officeDocument/2006/relationships/theme" Target="theme/theme1.xml"/><Relationship Id="rId4" Type="http://schemas.openxmlformats.org/officeDocument/2006/relationships/font" Target="fonts/font2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712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425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1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4851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3564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2277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0990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97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</p:spPr>
        <p:txBody>
          <a:bodyPr anchor="t"/>
          <a:lstStyle>
            <a:lvl1pPr algn="l">
              <a:defRPr sz="762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</p:spPr>
        <p:txBody>
          <a:bodyPr anchor="b"/>
          <a:lstStyle>
            <a:lvl1pPr marL="0" indent="0">
              <a:buNone/>
              <a:defRPr sz="3811">
                <a:solidFill>
                  <a:schemeClr val="tx1">
                    <a:tint val="75000"/>
                  </a:schemeClr>
                </a:solidFill>
              </a:defRPr>
            </a:lvl1pPr>
            <a:lvl2pPr marL="871286" indent="0">
              <a:buNone/>
              <a:defRPr sz="3430">
                <a:solidFill>
                  <a:schemeClr val="tx1">
                    <a:tint val="75000"/>
                  </a:schemeClr>
                </a:solidFill>
              </a:defRPr>
            </a:lvl2pPr>
            <a:lvl3pPr marL="1742572" indent="0">
              <a:buNone/>
              <a:defRPr sz="3049">
                <a:solidFill>
                  <a:schemeClr val="tx1">
                    <a:tint val="75000"/>
                  </a:schemeClr>
                </a:solidFill>
              </a:defRPr>
            </a:lvl3pPr>
            <a:lvl4pPr marL="2613858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4pPr>
            <a:lvl5pPr marL="3485144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5pPr>
            <a:lvl6pPr marL="4356430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6pPr>
            <a:lvl7pPr marL="5227716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7pPr>
            <a:lvl8pPr marL="6099002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8pPr>
            <a:lvl9pPr marL="6970288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71273" y="3234273"/>
            <a:ext cx="7696248" cy="9147730"/>
          </a:xfrm>
        </p:spPr>
        <p:txBody>
          <a:bodyPr/>
          <a:lstStyle>
            <a:lvl1pPr>
              <a:defRPr sz="5336"/>
            </a:lvl1pPr>
            <a:lvl2pPr>
              <a:defRPr sz="4574"/>
            </a:lvl2pPr>
            <a:lvl3pPr>
              <a:defRPr sz="3811"/>
            </a:lvl3pPr>
            <a:lvl4pPr>
              <a:defRPr sz="3430"/>
            </a:lvl4pPr>
            <a:lvl5pPr>
              <a:defRPr sz="3430"/>
            </a:lvl5pPr>
            <a:lvl6pPr>
              <a:defRPr sz="3430"/>
            </a:lvl6pPr>
            <a:lvl7pPr>
              <a:defRPr sz="3430"/>
            </a:lvl7pPr>
            <a:lvl8pPr>
              <a:defRPr sz="3430"/>
            </a:lvl8pPr>
            <a:lvl9pPr>
              <a:defRPr sz="34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57946" y="3234273"/>
            <a:ext cx="7696248" cy="9147730"/>
          </a:xfrm>
        </p:spPr>
        <p:txBody>
          <a:bodyPr/>
          <a:lstStyle>
            <a:lvl1pPr>
              <a:defRPr sz="5336"/>
            </a:lvl1pPr>
            <a:lvl2pPr>
              <a:defRPr sz="4574"/>
            </a:lvl2pPr>
            <a:lvl3pPr>
              <a:defRPr sz="3811"/>
            </a:lvl3pPr>
            <a:lvl4pPr>
              <a:defRPr sz="3430"/>
            </a:lvl4pPr>
            <a:lvl5pPr>
              <a:defRPr sz="3430"/>
            </a:lvl5pPr>
            <a:lvl6pPr>
              <a:defRPr sz="3430"/>
            </a:lvl6pPr>
            <a:lvl7pPr>
              <a:defRPr sz="3430"/>
            </a:lvl7pPr>
            <a:lvl8pPr>
              <a:defRPr sz="3430"/>
            </a:lvl8pPr>
            <a:lvl9pPr>
              <a:defRPr sz="34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</p:spPr>
        <p:txBody>
          <a:bodyPr anchor="b"/>
          <a:lstStyle>
            <a:lvl1pPr marL="0" indent="0">
              <a:buNone/>
              <a:defRPr sz="4574" b="1"/>
            </a:lvl1pPr>
            <a:lvl2pPr marL="871286" indent="0">
              <a:buNone/>
              <a:defRPr sz="3811" b="1"/>
            </a:lvl2pPr>
            <a:lvl3pPr marL="1742572" indent="0">
              <a:buNone/>
              <a:defRPr sz="3430" b="1"/>
            </a:lvl3pPr>
            <a:lvl4pPr marL="2613858" indent="0">
              <a:buNone/>
              <a:defRPr sz="3049" b="1"/>
            </a:lvl4pPr>
            <a:lvl5pPr marL="3485144" indent="0">
              <a:buNone/>
              <a:defRPr sz="3049" b="1"/>
            </a:lvl5pPr>
            <a:lvl6pPr marL="4356430" indent="0">
              <a:buNone/>
              <a:defRPr sz="3049" b="1"/>
            </a:lvl6pPr>
            <a:lvl7pPr marL="5227716" indent="0">
              <a:buNone/>
              <a:defRPr sz="3049" b="1"/>
            </a:lvl7pPr>
            <a:lvl8pPr marL="6099002" indent="0">
              <a:buNone/>
              <a:defRPr sz="3049" b="1"/>
            </a:lvl8pPr>
            <a:lvl9pPr marL="6970288" indent="0">
              <a:buNone/>
              <a:defRPr sz="304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1273" y="4395787"/>
            <a:ext cx="7699274" cy="7986215"/>
          </a:xfrm>
        </p:spPr>
        <p:txBody>
          <a:bodyPr/>
          <a:lstStyle>
            <a:lvl1pPr>
              <a:defRPr sz="4574"/>
            </a:lvl1pPr>
            <a:lvl2pPr>
              <a:defRPr sz="3811"/>
            </a:lvl2pPr>
            <a:lvl3pPr>
              <a:defRPr sz="3430"/>
            </a:lvl3pPr>
            <a:lvl4pPr>
              <a:defRPr sz="3049"/>
            </a:lvl4pPr>
            <a:lvl5pPr>
              <a:defRPr sz="3049"/>
            </a:lvl5pPr>
            <a:lvl6pPr>
              <a:defRPr sz="3049"/>
            </a:lvl6pPr>
            <a:lvl7pPr>
              <a:defRPr sz="3049"/>
            </a:lvl7pPr>
            <a:lvl8pPr>
              <a:defRPr sz="3049"/>
            </a:lvl8pPr>
            <a:lvl9pPr>
              <a:defRPr sz="30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851896" y="3102721"/>
            <a:ext cx="7702299" cy="1293066"/>
          </a:xfrm>
        </p:spPr>
        <p:txBody>
          <a:bodyPr anchor="b"/>
          <a:lstStyle>
            <a:lvl1pPr marL="0" indent="0">
              <a:buNone/>
              <a:defRPr sz="4574" b="1"/>
            </a:lvl1pPr>
            <a:lvl2pPr marL="871286" indent="0">
              <a:buNone/>
              <a:defRPr sz="3811" b="1"/>
            </a:lvl2pPr>
            <a:lvl3pPr marL="1742572" indent="0">
              <a:buNone/>
              <a:defRPr sz="3430" b="1"/>
            </a:lvl3pPr>
            <a:lvl4pPr marL="2613858" indent="0">
              <a:buNone/>
              <a:defRPr sz="3049" b="1"/>
            </a:lvl4pPr>
            <a:lvl5pPr marL="3485144" indent="0">
              <a:buNone/>
              <a:defRPr sz="3049" b="1"/>
            </a:lvl5pPr>
            <a:lvl6pPr marL="4356430" indent="0">
              <a:buNone/>
              <a:defRPr sz="3049" b="1"/>
            </a:lvl6pPr>
            <a:lvl7pPr marL="5227716" indent="0">
              <a:buNone/>
              <a:defRPr sz="3049" b="1"/>
            </a:lvl7pPr>
            <a:lvl8pPr marL="6099002" indent="0">
              <a:buNone/>
              <a:defRPr sz="3049" b="1"/>
            </a:lvl8pPr>
            <a:lvl9pPr marL="6970288" indent="0">
              <a:buNone/>
              <a:defRPr sz="304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851896" y="4395787"/>
            <a:ext cx="7702299" cy="7986215"/>
          </a:xfrm>
        </p:spPr>
        <p:txBody>
          <a:bodyPr/>
          <a:lstStyle>
            <a:lvl1pPr>
              <a:defRPr sz="4574"/>
            </a:lvl1pPr>
            <a:lvl2pPr>
              <a:defRPr sz="3811"/>
            </a:lvl2pPr>
            <a:lvl3pPr>
              <a:defRPr sz="3430"/>
            </a:lvl3pPr>
            <a:lvl4pPr>
              <a:defRPr sz="3049"/>
            </a:lvl4pPr>
            <a:lvl5pPr>
              <a:defRPr sz="3049"/>
            </a:lvl5pPr>
            <a:lvl6pPr>
              <a:defRPr sz="3049"/>
            </a:lvl6pPr>
            <a:lvl7pPr>
              <a:defRPr sz="3049"/>
            </a:lvl7pPr>
            <a:lvl8pPr>
              <a:defRPr sz="3049"/>
            </a:lvl8pPr>
            <a:lvl9pPr>
              <a:defRPr sz="30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</p:spPr>
        <p:txBody>
          <a:bodyPr anchor="b"/>
          <a:lstStyle>
            <a:lvl1pPr algn="l">
              <a:defRPr sz="38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2874" y="551881"/>
            <a:ext cx="9741320" cy="11830122"/>
          </a:xfrm>
        </p:spPr>
        <p:txBody>
          <a:bodyPr/>
          <a:lstStyle>
            <a:lvl1pPr>
              <a:defRPr sz="6098"/>
            </a:lvl1pPr>
            <a:lvl2pPr>
              <a:defRPr sz="5336"/>
            </a:lvl2pPr>
            <a:lvl3pPr>
              <a:defRPr sz="4574"/>
            </a:lvl3pPr>
            <a:lvl4pPr>
              <a:defRPr sz="3811"/>
            </a:lvl4pPr>
            <a:lvl5pPr>
              <a:defRPr sz="3811"/>
            </a:lvl5pPr>
            <a:lvl6pPr>
              <a:defRPr sz="3811"/>
            </a:lvl6pPr>
            <a:lvl7pPr>
              <a:defRPr sz="3811"/>
            </a:lvl7pPr>
            <a:lvl8pPr>
              <a:defRPr sz="3811"/>
            </a:lvl8pPr>
            <a:lvl9pPr>
              <a:defRPr sz="38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71274" y="2900579"/>
            <a:ext cx="5732859" cy="9481424"/>
          </a:xfrm>
        </p:spPr>
        <p:txBody>
          <a:bodyPr/>
          <a:lstStyle>
            <a:lvl1pPr marL="0" indent="0">
              <a:buNone/>
              <a:defRPr sz="2668"/>
            </a:lvl1pPr>
            <a:lvl2pPr marL="871286" indent="0">
              <a:buNone/>
              <a:defRPr sz="2287"/>
            </a:lvl2pPr>
            <a:lvl3pPr marL="1742572" indent="0">
              <a:buNone/>
              <a:defRPr sz="1906"/>
            </a:lvl3pPr>
            <a:lvl4pPr marL="2613858" indent="0">
              <a:buNone/>
              <a:defRPr sz="1715"/>
            </a:lvl4pPr>
            <a:lvl5pPr marL="3485144" indent="0">
              <a:buNone/>
              <a:defRPr sz="1715"/>
            </a:lvl5pPr>
            <a:lvl6pPr marL="4356430" indent="0">
              <a:buNone/>
              <a:defRPr sz="1715"/>
            </a:lvl6pPr>
            <a:lvl7pPr marL="5227716" indent="0">
              <a:buNone/>
              <a:defRPr sz="1715"/>
            </a:lvl7pPr>
            <a:lvl8pPr marL="6099002" indent="0">
              <a:buNone/>
              <a:defRPr sz="1715"/>
            </a:lvl8pPr>
            <a:lvl9pPr marL="6970288" indent="0">
              <a:buNone/>
              <a:defRPr sz="17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</p:spPr>
        <p:txBody>
          <a:bodyPr anchor="b"/>
          <a:lstStyle>
            <a:lvl1pPr algn="l">
              <a:defRPr sz="38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415514" y="1238521"/>
            <a:ext cx="10455280" cy="8316700"/>
          </a:xfrm>
        </p:spPr>
        <p:txBody>
          <a:bodyPr/>
          <a:lstStyle>
            <a:lvl1pPr marL="0" indent="0">
              <a:buNone/>
              <a:defRPr sz="6098"/>
            </a:lvl1pPr>
            <a:lvl2pPr marL="871286" indent="0">
              <a:buNone/>
              <a:defRPr sz="5336"/>
            </a:lvl2pPr>
            <a:lvl3pPr marL="1742572" indent="0">
              <a:buNone/>
              <a:defRPr sz="4574"/>
            </a:lvl3pPr>
            <a:lvl4pPr marL="2613858" indent="0">
              <a:buNone/>
              <a:defRPr sz="3811"/>
            </a:lvl4pPr>
            <a:lvl5pPr marL="3485144" indent="0">
              <a:buNone/>
              <a:defRPr sz="3811"/>
            </a:lvl5pPr>
            <a:lvl6pPr marL="4356430" indent="0">
              <a:buNone/>
              <a:defRPr sz="3811"/>
            </a:lvl6pPr>
            <a:lvl7pPr marL="5227716" indent="0">
              <a:buNone/>
              <a:defRPr sz="3811"/>
            </a:lvl7pPr>
            <a:lvl8pPr marL="6099002" indent="0">
              <a:buNone/>
              <a:defRPr sz="3811"/>
            </a:lvl8pPr>
            <a:lvl9pPr marL="6970288" indent="0">
              <a:buNone/>
              <a:defRPr sz="381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5514" y="10848290"/>
            <a:ext cx="10455280" cy="1626761"/>
          </a:xfrm>
        </p:spPr>
        <p:txBody>
          <a:bodyPr/>
          <a:lstStyle>
            <a:lvl1pPr marL="0" indent="0">
              <a:buNone/>
              <a:defRPr sz="2668"/>
            </a:lvl1pPr>
            <a:lvl2pPr marL="871286" indent="0">
              <a:buNone/>
              <a:defRPr sz="2287"/>
            </a:lvl2pPr>
            <a:lvl3pPr marL="1742572" indent="0">
              <a:buNone/>
              <a:defRPr sz="1906"/>
            </a:lvl3pPr>
            <a:lvl4pPr marL="2613858" indent="0">
              <a:buNone/>
              <a:defRPr sz="1715"/>
            </a:lvl4pPr>
            <a:lvl5pPr marL="3485144" indent="0">
              <a:buNone/>
              <a:defRPr sz="1715"/>
            </a:lvl5pPr>
            <a:lvl6pPr marL="4356430" indent="0">
              <a:buNone/>
              <a:defRPr sz="1715"/>
            </a:lvl6pPr>
            <a:lvl7pPr marL="5227716" indent="0">
              <a:buNone/>
              <a:defRPr sz="1715"/>
            </a:lvl7pPr>
            <a:lvl8pPr marL="6099002" indent="0">
              <a:buNone/>
              <a:defRPr sz="1715"/>
            </a:lvl8pPr>
            <a:lvl9pPr marL="6970288" indent="0">
              <a:buNone/>
              <a:defRPr sz="17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33464" y="555090"/>
            <a:ext cx="3920730" cy="118269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71273" y="555090"/>
            <a:ext cx="11471766" cy="118269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742572" rtl="0" eaLnBrk="1" latinLnBrk="0" hangingPunct="1">
        <a:spcBef>
          <a:spcPct val="0"/>
        </a:spcBef>
        <a:buNone/>
        <a:defRPr sz="838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3465" indent="-653465" algn="l" defTabSz="1742572" rtl="0" eaLnBrk="1" latinLnBrk="0" hangingPunct="1">
        <a:spcBef>
          <a:spcPct val="20000"/>
        </a:spcBef>
        <a:buFont typeface="Arial" pitchFamily="34" charset="0"/>
        <a:buChar char="•"/>
        <a:defRPr sz="6098" kern="1200">
          <a:solidFill>
            <a:schemeClr val="tx1"/>
          </a:solidFill>
          <a:latin typeface="+mn-lt"/>
          <a:ea typeface="+mn-ea"/>
          <a:cs typeface="+mn-cs"/>
        </a:defRPr>
      </a:lvl1pPr>
      <a:lvl2pPr marL="1415840" indent="-544554" algn="l" defTabSz="1742572" rtl="0" eaLnBrk="1" latinLnBrk="0" hangingPunct="1">
        <a:spcBef>
          <a:spcPct val="20000"/>
        </a:spcBef>
        <a:buFont typeface="Arial" pitchFamily="34" charset="0"/>
        <a:buChar char="–"/>
        <a:defRPr sz="5336" kern="1200">
          <a:solidFill>
            <a:schemeClr val="tx1"/>
          </a:solidFill>
          <a:latin typeface="+mn-lt"/>
          <a:ea typeface="+mn-ea"/>
          <a:cs typeface="+mn-cs"/>
        </a:defRPr>
      </a:lvl2pPr>
      <a:lvl3pPr marL="2178215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4574" kern="1200">
          <a:solidFill>
            <a:schemeClr val="tx1"/>
          </a:solidFill>
          <a:latin typeface="+mn-lt"/>
          <a:ea typeface="+mn-ea"/>
          <a:cs typeface="+mn-cs"/>
        </a:defRPr>
      </a:lvl3pPr>
      <a:lvl4pPr marL="3049501" indent="-435643" algn="l" defTabSz="1742572" rtl="0" eaLnBrk="1" latinLnBrk="0" hangingPunct="1">
        <a:spcBef>
          <a:spcPct val="20000"/>
        </a:spcBef>
        <a:buFont typeface="Arial" pitchFamily="34" charset="0"/>
        <a:buChar char="–"/>
        <a:defRPr sz="3811" kern="1200">
          <a:solidFill>
            <a:schemeClr val="tx1"/>
          </a:solidFill>
          <a:latin typeface="+mn-lt"/>
          <a:ea typeface="+mn-ea"/>
          <a:cs typeface="+mn-cs"/>
        </a:defRPr>
      </a:lvl4pPr>
      <a:lvl5pPr marL="3920787" indent="-435643" algn="l" defTabSz="1742572" rtl="0" eaLnBrk="1" latinLnBrk="0" hangingPunct="1">
        <a:spcBef>
          <a:spcPct val="20000"/>
        </a:spcBef>
        <a:buFont typeface="Arial" pitchFamily="34" charset="0"/>
        <a:buChar char="»"/>
        <a:defRPr sz="3811" kern="1200">
          <a:solidFill>
            <a:schemeClr val="tx1"/>
          </a:solidFill>
          <a:latin typeface="+mn-lt"/>
          <a:ea typeface="+mn-ea"/>
          <a:cs typeface="+mn-cs"/>
        </a:defRPr>
      </a:lvl5pPr>
      <a:lvl6pPr marL="4792073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6pPr>
      <a:lvl7pPr marL="5663359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7pPr>
      <a:lvl8pPr marL="6534645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8pPr>
      <a:lvl9pPr marL="7405931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1pPr>
      <a:lvl2pPr marL="871286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2pPr>
      <a:lvl3pPr marL="1742572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3pPr>
      <a:lvl4pPr marL="2613858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4pPr>
      <a:lvl5pPr marL="3485144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5pPr>
      <a:lvl6pPr marL="4356430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6pPr>
      <a:lvl7pPr marL="5227716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7pPr>
      <a:lvl8pPr marL="6099002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8pPr>
      <a:lvl9pPr marL="6970288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f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4721" y="36779527"/>
            <a:ext cx="29324843" cy="6461592"/>
            <a:chOff x="0" y="0"/>
            <a:chExt cx="3032124" cy="60757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sp>
        <p:nvSpPr>
          <p:cNvPr id="5" name="Freeform 5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48959"/>
            </a:stretch>
          </a:blipFill>
        </p:spPr>
        <p:txBody>
          <a:bodyPr/>
          <a:lstStyle/>
          <a:p>
            <a:endParaRPr lang="pt-BR" sz="6769"/>
          </a:p>
        </p:txBody>
      </p:sp>
      <p:grpSp>
        <p:nvGrpSpPr>
          <p:cNvPr id="6" name="Group 6"/>
          <p:cNvGrpSpPr/>
          <p:nvPr/>
        </p:nvGrpSpPr>
        <p:grpSpPr>
          <a:xfrm>
            <a:off x="-234720" y="29306856"/>
            <a:ext cx="29304069" cy="9253255"/>
            <a:chOff x="0" y="0"/>
            <a:chExt cx="3163653" cy="8700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234719" y="21516783"/>
            <a:ext cx="29324842" cy="8954039"/>
            <a:chOff x="0" y="0"/>
            <a:chExt cx="3225442" cy="84194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234720" y="16067865"/>
            <a:ext cx="29304069" cy="7866470"/>
            <a:chOff x="0" y="0"/>
            <a:chExt cx="3032124" cy="73967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234719" y="7322639"/>
            <a:ext cx="29304069" cy="8719626"/>
            <a:chOff x="0" y="0"/>
            <a:chExt cx="3218728" cy="81989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21" name="Group 21"/>
          <p:cNvGrpSpPr/>
          <p:nvPr/>
        </p:nvGrpSpPr>
        <p:grpSpPr>
          <a:xfrm rot="-5400000">
            <a:off x="11337842" y="13437903"/>
            <a:ext cx="20464104" cy="12527228"/>
            <a:chOff x="0" y="0"/>
            <a:chExt cx="1922704" cy="117699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27180" y="30517709"/>
            <a:ext cx="13848538" cy="8728488"/>
            <a:chOff x="0" y="0"/>
            <a:chExt cx="1302166" cy="8207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5403306" y="30587441"/>
            <a:ext cx="12527228" cy="7676902"/>
            <a:chOff x="0" y="0"/>
            <a:chExt cx="8764870" cy="5371264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8764870" cy="5371264"/>
              <a:chOff x="0" y="0"/>
              <a:chExt cx="1329056" cy="814469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pt-BR" sz="6769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</p:spPr>
            <p:txBody>
              <a:bodyPr lIns="96808" tIns="96808" rIns="96808" bIns="96808" rtlCol="0" anchor="ctr"/>
              <a:lstStyle/>
              <a:p>
                <a:pPr algn="ctr">
                  <a:lnSpc>
                    <a:spcPts val="7596"/>
                  </a:lnSpc>
                </a:pPr>
                <a:endParaRPr sz="6769"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10"/>
                </a:lnSpc>
              </a:pPr>
              <a:r>
                <a:rPr lang="en-US" sz="4762" b="1" spc="179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REFERÊNCIAS</a:t>
              </a:r>
            </a:p>
          </p:txBody>
        </p:sp>
      </p:grpSp>
      <p:sp>
        <p:nvSpPr>
          <p:cNvPr id="32" name="Freeform 32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33" name="Freeform 33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48959"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34" name="Freeform 34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36" name="TextBox 36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6"/>
              </a:lnSpc>
            </a:pPr>
            <a:r>
              <a:rPr lang="en-US" sz="5077" b="1" spc="192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INTRODUÇÃO</a:t>
            </a:r>
          </a:p>
        </p:txBody>
      </p:sp>
      <p:grpSp>
        <p:nvGrpSpPr>
          <p:cNvPr id="37" name="Group 37"/>
          <p:cNvGrpSpPr/>
          <p:nvPr/>
        </p:nvGrpSpPr>
        <p:grpSpPr>
          <a:xfrm rot="-5400000">
            <a:off x="2748047" y="7730622"/>
            <a:ext cx="10206805" cy="13848538"/>
            <a:chOff x="0" y="0"/>
            <a:chExt cx="958980" cy="130113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grpSp>
        <p:nvGrpSpPr>
          <p:cNvPr id="40" name="Group 40"/>
          <p:cNvGrpSpPr/>
          <p:nvPr/>
        </p:nvGrpSpPr>
        <p:grpSpPr>
          <a:xfrm rot="-5400000">
            <a:off x="2869448" y="18058832"/>
            <a:ext cx="9963998" cy="13848538"/>
            <a:chOff x="0" y="0"/>
            <a:chExt cx="936167" cy="130113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sp>
        <p:nvSpPr>
          <p:cNvPr id="43" name="Freeform 43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44" name="TextBox 44"/>
          <p:cNvSpPr txBox="1"/>
          <p:nvPr/>
        </p:nvSpPr>
        <p:spPr>
          <a:xfrm>
            <a:off x="-1" y="4700167"/>
            <a:ext cx="28813765" cy="1484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549"/>
              </a:lnSpc>
            </a:pPr>
            <a:r>
              <a:rPr lang="en-US" sz="11434" b="1" spc="433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CANNOLITSKY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404768" y="6355587"/>
            <a:ext cx="24286089" cy="1661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68"/>
              </a:lnSpc>
            </a:pPr>
            <a:r>
              <a:rPr lang="en-US" sz="4762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Larissa de Almeida, Luan Rocha, Saulo Santos e Vinicius Cardoso</a:t>
            </a:r>
          </a:p>
          <a:p>
            <a:pPr algn="ctr">
              <a:lnSpc>
                <a:spcPts val="6668"/>
              </a:lnSpc>
            </a:pPr>
            <a:r>
              <a:rPr lang="en-US" sz="4762" b="1" dirty="0" err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Orientadores</a:t>
            </a:r>
            <a:r>
              <a:rPr lang="en-US" sz="4762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: </a:t>
            </a:r>
            <a:r>
              <a:rPr lang="en-US" sz="4762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Eduardo Savino, Maurício Lopes e </a:t>
            </a:r>
            <a:r>
              <a:rPr lang="en-US" sz="4762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Rodnil</a:t>
            </a:r>
            <a:r>
              <a:rPr lang="en-US" sz="4762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Lisboa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5353293" y="14056519"/>
            <a:ext cx="12433206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430" spc="1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Imagem 01: </a:t>
            </a:r>
            <a:r>
              <a:rPr lang="en-US" sz="3430" spc="13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Exemplo</a:t>
            </a:r>
            <a:r>
              <a:rPr lang="en-US" sz="3430" spc="1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de Tela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5353293" y="21327595"/>
            <a:ext cx="12433206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430" spc="1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</a:t>
            </a:r>
            <a:r>
              <a:rPr lang="en-US" sz="3430" spc="13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Autoria</a:t>
            </a:r>
            <a:r>
              <a:rPr lang="en-US" sz="3430" spc="1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430" spc="13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Própria</a:t>
            </a:r>
            <a:r>
              <a:rPr lang="en-US" sz="3430" spc="1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(2026)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TECNOLOGIAS UTILIZADAS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RESULTADOS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O PROBLEMA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 PROPOSTA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5966982" y="31719842"/>
            <a:ext cx="11399871" cy="48840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STREAMLIT.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Streamlit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Documentation.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Disponível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em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docs.streamlit.io</a:t>
            </a:r>
          </a:p>
          <a:p>
            <a:pPr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algn="just">
              <a:lnSpc>
                <a:spcPts val="4802"/>
              </a:lnSpc>
            </a:pP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PYTHON SOFTWARE FOUNDATION. Python Documentation.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Disponível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em</a:t>
            </a: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docs.python.org/3/</a:t>
            </a:r>
          </a:p>
          <a:p>
            <a:pPr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GOOGLE. Google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Colaboratory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Documentation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. Disponível em: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colab.google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/</a:t>
            </a: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1595870" y="31719841"/>
            <a:ext cx="12562767" cy="48840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No desenvolvimento do projeto, foram utilizadas ferramentas voltadas à coleta, tratamento, análise e visualização de dados:</a:t>
            </a:r>
          </a:p>
          <a:p>
            <a:pPr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740593" lvl="1" indent="-370297" algn="just">
              <a:lnSpc>
                <a:spcPts val="4802"/>
              </a:lnSpc>
              <a:buFont typeface="Arial"/>
              <a:buChar char="•"/>
            </a:pP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Google </a:t>
            </a: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Colab</a:t>
            </a: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740593" lvl="1" indent="-370297" algn="just">
              <a:lnSpc>
                <a:spcPts val="4802"/>
              </a:lnSpc>
              <a:buFont typeface="Arial"/>
              <a:buChar char="•"/>
            </a:pPr>
            <a:r>
              <a:rPr lang="en-US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Python</a:t>
            </a:r>
          </a:p>
          <a:p>
            <a:pPr marL="740593" lvl="1" indent="-370297" algn="just">
              <a:lnSpc>
                <a:spcPts val="4802"/>
              </a:lnSpc>
              <a:buFont typeface="Arial"/>
              <a:buChar char="•"/>
            </a:pP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Streamlit</a:t>
            </a: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740593" lvl="1" indent="-370297" algn="just">
              <a:lnSpc>
                <a:spcPts val="4802"/>
              </a:lnSpc>
              <a:buFont typeface="Arial"/>
              <a:buChar char="•"/>
            </a:pPr>
            <a:r>
              <a:rPr lang="en-US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Rstudio</a:t>
            </a: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370296" lvl="1"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1595870" y="10749184"/>
            <a:ext cx="12562767" cy="7961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 Cannoli necessita de uma solução tecnológica capaz de transformar grandes volumes de dados operacionais e estratégicos em informações claras e úteis para a tomada de decisão.</a:t>
            </a:r>
          </a:p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Diante disso, o problema consiste em desenvolver um dashboard web seguro, escalável e intuitivo, capaz de centralizar, tratar e apresentar esses dados em tempo real, oferecendo visualizações estratégicas e operacionais para administradores da Cannoli e restaurantes parceiros.</a:t>
            </a:r>
          </a:p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Dessa forma, buscamos resolver a dificuldade de monitoramento e interpretação dos dados do negócio, tornando o processo decisório mais rápido, preciso e orientado por evidências.</a:t>
            </a: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1570066" y="21125709"/>
            <a:ext cx="12562767" cy="8577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Este projeto é uma plataforma de centralização e análise de dados desenvolvida para a Cannoli, projetada para transformar métricas complexas em insights visuais e acionáveis.</a:t>
            </a:r>
          </a:p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O foco principal é otimizar a leitura de KPIs e agilizar a tomada de decisão operacional. Além da visualização intuitiva, a arquitetura foi desenhada priorizando a escalabilidade e a segurança, garantindo que a integridade dos dados seja mantida mesmo com o aumento do volume de informações processadas. Com uma estrutura modular e pronta para integração com múltiplas fontes, o dashboard atua como uma ferramenta estratégica que permite identificar tendências, antecipar gargalos operacionais e refinar o fluxo de trabalho diário da empresa com precisão.</a:t>
            </a: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136933" y="39681833"/>
            <a:ext cx="28242690" cy="1712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en-US" sz="4955" b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SEMANA DE TECNOLOGIA - 2026</a:t>
            </a:r>
          </a:p>
          <a:p>
            <a:pPr algn="ctr">
              <a:lnSpc>
                <a:spcPts val="6937"/>
              </a:lnSpc>
              <a:spcBef>
                <a:spcPct val="0"/>
              </a:spcBef>
            </a:pPr>
            <a:r>
              <a:rPr lang="en-US" sz="4955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Fundação Escola de Comércio Álvares Penteado - FECAP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5617816" y="10880630"/>
            <a:ext cx="11904157" cy="24218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O dashboard desenvolvido possibilitou a centralização e análise inteligente dos dados de campanhas da Cannoli, transformando informações brutas em indicadores estratégicos para apoio à tomada de decisão.</a:t>
            </a: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8" name="TextBox 58"/>
          <p:cNvSpPr txBox="1"/>
          <p:nvPr/>
        </p:nvSpPr>
        <p:spPr>
          <a:xfrm>
            <a:off x="15743886" y="22816132"/>
            <a:ext cx="11652014" cy="6730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 solução permite selecionar campanhas específicas e, de forma automática, identificar a loja vinculada, calcular métricas financeiras como faturamento e ticket médio, além de apresentar indicadores de conversão e desempenho operacional em tempo real.</a:t>
            </a:r>
          </a:p>
          <a:p>
            <a:pPr algn="just">
              <a:lnSpc>
                <a:spcPts val="4802"/>
              </a:lnSpc>
            </a:pP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Como diferencial, foi implementado um módulo de Inteligência Artificial, responsável por analisar os resultados das campanhas e gerar insights automáticos sobre performance, destacando pontos fortes, oportunidades de melhoria e recomendações estratégicas.</a:t>
            </a: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pic>
        <p:nvPicPr>
          <p:cNvPr id="62" name="Imagem 61">
            <a:extLst>
              <a:ext uri="{FF2B5EF4-FFF2-40B4-BE49-F238E27FC236}">
                <a16:creationId xmlns:a16="http://schemas.microsoft.com/office/drawing/2014/main" id="{0A0005C7-DF8B-BDFF-311B-53591E2468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886" y="15105861"/>
            <a:ext cx="11400508" cy="55648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448</Words>
  <Application>Microsoft Office PowerPoint</Application>
  <PresentationFormat>Personalizar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9" baseType="lpstr">
      <vt:lpstr>Open Sans 2 Bold</vt:lpstr>
      <vt:lpstr>Open Sans 2</vt:lpstr>
      <vt:lpstr>Calibri</vt:lpstr>
      <vt:lpstr>Inter</vt:lpstr>
      <vt:lpstr>Open Sans 1 Bold</vt:lpstr>
      <vt:lpstr>Open Sans 1</vt:lpstr>
      <vt:lpstr>Arial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POSTER FECAP</dc:title>
  <cp:lastModifiedBy>Saulo Ribeiro Santos - 24026911</cp:lastModifiedBy>
  <cp:revision>5</cp:revision>
  <dcterms:created xsi:type="dcterms:W3CDTF">2006-08-16T00:00:00Z</dcterms:created>
  <dcterms:modified xsi:type="dcterms:W3CDTF">2026-05-04T21:44:53Z</dcterms:modified>
  <dc:identifier>DAHA7VomhzE</dc:identifier>
</cp:coreProperties>
</file>